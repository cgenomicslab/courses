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94" autoAdjust="0"/>
    <p:restoredTop sz="80440" autoAdjust="0"/>
  </p:normalViewPr>
  <p:slideViewPr>
    <p:cSldViewPr snapToGrid="0">
      <p:cViewPr varScale="1">
        <p:scale>
          <a:sx n="78" d="100"/>
          <a:sy n="78" d="100"/>
        </p:scale>
        <p:origin x="117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9FE06-EC8F-48D0-B1E3-6DD0FBA5AC2B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3870E-BF2C-45BB-93D5-461441EE8CB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905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870E-BF2C-45BB-93D5-461441EE8CB0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3671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C7D18D-1E18-5A50-9692-B3A204324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4DA2621-0D0B-552F-8276-CAB377CA1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1C012A9-FA7A-192F-901E-C38EFFDCF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9283FD5-CC8B-CFEE-3F19-59E9CB25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7E81079-D006-C2B4-19E7-D1C2D8CA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8415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F398EB2-7CD2-A844-330B-EF134D0B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2AD4E61-8DA7-BD11-FA1D-4F95E3F1B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217C76C-E120-3563-A57F-B20E7961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FA06018-8D49-DA66-78EF-8BAADBD0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FBE80F6-047E-1E3E-689E-A200C871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998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E4E07C9-F6AB-2EA2-8250-5813AA7B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E241689-00F8-66FD-48C9-53A2C36CE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5B801F4-4B1C-3AEF-4CEB-312F7EA2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DF5D330-4445-BCDB-6468-2F08BA1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11AEEFD-E554-A4E4-40E7-06CF7AB9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90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2B74C16-E7C7-06CE-7351-0DB55075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B51587E-EFD6-4719-5052-C11C77AB5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D0D5B2F-B359-93E4-6CB2-4C3043072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ADAEE8A3-2CB5-E802-7D5A-2905E97F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71D8CFE-05DD-A305-C0B0-9EBE3A98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F8F19228-D4DE-83CB-C72D-BB245D1A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2142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4ED603A-81FE-72C6-C92D-02A7F53D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5B223C2-6202-387D-449A-85D39EEDD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956193C-2325-AB7C-E726-5998666D6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8FBCAFBC-5E99-3BFB-F736-801A6BA49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6DDF3CC-3C10-2752-14AF-0D2E0EF2F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5D852620-F8E3-BAF5-DEDE-F720AF7A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636022D5-94DC-057B-EE47-4D354DC1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FD408E9-F3DA-77E3-CA6B-D408386D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651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226895F-F4FF-4C98-0ACD-FE6F3D6B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32922FE6-0A9F-6B1B-D2E4-E138E96F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34033AF-7E2D-590F-2CB2-F35FECF5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A5F4E8D-4522-3BBD-A3C7-9A8215BF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3843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3A1896AA-5269-FBD6-9291-B7FDFD7C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A83C4321-04D4-3EAF-DD15-3DCCAB42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D6B8A04-10C9-DB2B-21E2-9DDFC5CA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891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91EB6B3-CAFF-A574-41FE-55DA7881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73758D1-5F46-4C11-5EFB-180DA52D7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A51F6D67-9068-24EF-D6C8-F0F09DFD9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F4F90D9-481B-6B1B-2639-73265EF4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61BA16F-E545-D451-CD4D-4023AF88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C1AE4EC8-6618-5F5C-B999-D040172A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703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5DA941-6046-031E-70FC-A392C0E4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DFA462EF-6EC2-5D01-245F-115F1D4A5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F5759A30-7F70-AA7B-6720-AA5F30368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AB21FDAC-58B0-21BC-4095-937E056F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B9EC779-E93F-4E3B-0084-658A16CA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8E60494-588C-56B9-7BCA-8C699FDD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3660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4354AB6-C61F-EB99-FF1C-301B9495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B111BFD5-6A99-68C3-D915-614BC6B32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AE90740-21E0-0B84-393E-F04D1576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332F47A-125C-DE43-540F-DADC50A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D3E9EAB-6683-5428-D688-E616A111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5860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4EB1D049-7B8D-FD60-4962-0CD70354B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B7202267-098F-DF30-D2D2-43A4A3E54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7A2544D-0BED-4089-003D-C5EAD192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4C6C47-F3AB-1B99-0E95-928B7BD5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CF570E2-68C6-47FE-648D-4BF1D02A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0749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AC0FF2FC-215A-EB98-75F4-8CFB019F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32A2815-F036-AF00-3A9F-CCAE829DA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B23E84B-B7FE-7C85-6FA1-E2CC6B05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31BC8-C111-418F-8470-7468B104BDCF}" type="datetimeFigureOut">
              <a:rPr lang="el-GR" smtClean="0"/>
              <a:t>9/2/2026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89779C0-7C3E-07DB-9AA7-A738BCDEB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7905C08-69A1-9C8C-1742-DB162B2E9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A9A04-F5FB-471E-A67D-25ACCBF90DF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1432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4D6131-316E-5C30-42BC-170788F56DEF}"/>
              </a:ext>
            </a:extLst>
          </p:cNvPr>
          <p:cNvSpPr txBox="1"/>
          <p:nvPr/>
        </p:nvSpPr>
        <p:spPr>
          <a:xfrm>
            <a:off x="2346308" y="382179"/>
            <a:ext cx="749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Is strain C better at fear conditioning than strain D?</a:t>
            </a:r>
            <a:endParaRPr lang="el-G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9D03D-F83B-24CD-06BE-DCC2DB3A6D23}"/>
              </a:ext>
            </a:extLst>
          </p:cNvPr>
          <p:cNvSpPr txBox="1"/>
          <p:nvPr/>
        </p:nvSpPr>
        <p:spPr>
          <a:xfrm>
            <a:off x="5750440" y="3229524"/>
            <a:ext cx="5509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 (n=30)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 6.34e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p-value &lt; 0.001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rejected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D2FC9-2DCB-79AC-5266-BBBE23E80FAE}"/>
              </a:ext>
            </a:extLst>
          </p:cNvPr>
          <p:cNvSpPr txBox="1"/>
          <p:nvPr/>
        </p:nvSpPr>
        <p:spPr>
          <a:xfrm>
            <a:off x="5750440" y="4149413"/>
            <a:ext cx="62590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 difference (p&lt;0.001) in fear conditioning scores between the two strains. </a:t>
            </a:r>
          </a:p>
          <a:p>
            <a:pPr algn="just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suggest that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C performs better at fear conditioning tests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sign for better associative learning and memory capacity.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688E3B54-E879-0E4A-23B1-7BAC3D80B2F0}"/>
              </a:ext>
            </a:extLst>
          </p:cNvPr>
          <p:cNvCxnSpPr>
            <a:cxnSpLocks/>
          </p:cNvCxnSpPr>
          <p:nvPr/>
        </p:nvCxnSpPr>
        <p:spPr>
          <a:xfrm>
            <a:off x="-33251" y="6309359"/>
            <a:ext cx="12225251" cy="29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EE6786-677B-73DC-85D4-1744BBBDC535}"/>
              </a:ext>
            </a:extLst>
          </p:cNvPr>
          <p:cNvSpPr txBox="1"/>
          <p:nvPr/>
        </p:nvSpPr>
        <p:spPr>
          <a:xfrm>
            <a:off x="4035827" y="6424301"/>
            <a:ext cx="41203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Elissavet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Anna Petsalaki – Neuro105 (09/01/2026)</a:t>
            </a:r>
            <a:endParaRPr lang="el-G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77EF4-66EE-32C9-A0B0-D089CE2AA0E9}"/>
              </a:ext>
            </a:extLst>
          </p:cNvPr>
          <p:cNvSpPr txBox="1"/>
          <p:nvPr/>
        </p:nvSpPr>
        <p:spPr>
          <a:xfrm>
            <a:off x="295917" y="5472565"/>
            <a:ext cx="5270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 plot showing the score of strains C (n=15) (purple) and D (n=15) (blue) in fear conditioning tests. Triple asterisks denote high statistical significance (p&lt;0.001 , t-test)</a:t>
            </a:r>
            <a:endParaRPr lang="el-G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Εικόνα 20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93D5EC6-AB09-D832-E317-D7AADB95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77" y="1089464"/>
            <a:ext cx="5391150" cy="4352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8D9094-0F39-2805-27C3-374F8437B046}"/>
              </a:ext>
            </a:extLst>
          </p:cNvPr>
          <p:cNvSpPr txBox="1"/>
          <p:nvPr/>
        </p:nvSpPr>
        <p:spPr>
          <a:xfrm>
            <a:off x="5702325" y="1264654"/>
            <a:ext cx="6355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fear conditioning score of strain C = fear conditioning score of strain D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fear conditioning score of strain C &gt; fear conditioning score of strain 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A1F4A-FCB5-4663-C2BD-8A7A2D65EA0B}"/>
              </a:ext>
            </a:extLst>
          </p:cNvPr>
          <p:cNvSpPr txBox="1"/>
          <p:nvPr/>
        </p:nvSpPr>
        <p:spPr>
          <a:xfrm>
            <a:off x="5702325" y="1971467"/>
            <a:ext cx="2572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score of strain C: 82.6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score of strain D: 70.6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65C4D-2269-89B9-2356-B811BC7AF1F8}"/>
              </a:ext>
            </a:extLst>
          </p:cNvPr>
          <p:cNvSpPr txBox="1"/>
          <p:nvPr/>
        </p:nvSpPr>
        <p:spPr>
          <a:xfrm>
            <a:off x="5702325" y="2459491"/>
            <a:ext cx="5755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in scores: 12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difference statistically significant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 it random or not?)</a:t>
            </a:r>
          </a:p>
        </p:txBody>
      </p:sp>
    </p:spTree>
    <p:extLst>
      <p:ext uri="{BB962C8B-B14F-4D97-AF65-F5344CB8AC3E}">
        <p14:creationId xmlns:p14="http://schemas.microsoft.com/office/powerpoint/2010/main" val="2345746509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189</Words>
  <Application>Microsoft Office PowerPoint</Application>
  <PresentationFormat>Ευρεία οθόνη</PresentationFormat>
  <Paragraphs>16</Paragraphs>
  <Slides>1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Θέμα του Office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elianna p</dc:creator>
  <cp:lastModifiedBy>elianna p</cp:lastModifiedBy>
  <cp:revision>25</cp:revision>
  <dcterms:created xsi:type="dcterms:W3CDTF">2026-02-08T14:53:43Z</dcterms:created>
  <dcterms:modified xsi:type="dcterms:W3CDTF">2026-02-09T08:10:10Z</dcterms:modified>
</cp:coreProperties>
</file>