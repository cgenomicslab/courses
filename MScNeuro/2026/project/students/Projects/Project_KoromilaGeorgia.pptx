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4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1550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641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82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7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13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20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40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3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07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26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67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22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793" r:id="rId6"/>
    <p:sldLayoutId id="2147483789" r:id="rId7"/>
    <p:sldLayoutId id="2147483790" r:id="rId8"/>
    <p:sldLayoutId id="2147483791" r:id="rId9"/>
    <p:sldLayoutId id="2147483792" r:id="rId10"/>
    <p:sldLayoutId id="214748379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Εικόνα 5" descr="Εικόνα που περιέχει κείμενο, στιγμιότυπο οθόνης, γραμμή, αριθμό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0A8A42D3-A388-DD85-95CB-3092FA8B2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/>
          <a:stretch>
            <a:fillRect/>
          </a:stretch>
        </p:blipFill>
        <p:spPr>
          <a:xfrm>
            <a:off x="50800" y="752223"/>
            <a:ext cx="8115300" cy="4765800"/>
          </a:xfrm>
          <a:prstGeom prst="rect">
            <a:avLst/>
          </a:prstGeom>
        </p:spPr>
      </p:pic>
      <p:pic>
        <p:nvPicPr>
          <p:cNvPr id="13" name="Εικόνα 12" descr="Εικόνα που περιέχει κείμενο, διάγραμμα, γραμμή, στιγμιότυπο οθόνη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BF282B1C-9A97-99A8-7879-C2B33A8FA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3080" y="2285903"/>
            <a:ext cx="4008120" cy="28117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2AB74FB-00EC-9AFF-F398-A5F9062CBDC4}"/>
              </a:ext>
            </a:extLst>
          </p:cNvPr>
          <p:cNvSpPr txBox="1"/>
          <p:nvPr/>
        </p:nvSpPr>
        <p:spPr>
          <a:xfrm>
            <a:off x="609600" y="5739017"/>
            <a:ext cx="1097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 significantly predicts object recognition performance </a:t>
            </a:r>
            <a:r>
              <a:rPr lang="en-US" sz="1600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 = 0.406, p &lt; 0.001), </a:t>
            </a:r>
            <a:r>
              <a:rPr lang="en-US" sz="1600" b="1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explaining 16.5% of variance</a:t>
            </a:r>
            <a:r>
              <a:rPr lang="en-US" sz="1600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Object recognition scores increase by approximately 1.8 points per week of age, indicating a </a:t>
            </a:r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moderate positive relationship where older mice consistently score higher</a:t>
            </a:r>
            <a:r>
              <a:rPr lang="en-US" sz="1600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l-GR" sz="1600" dirty="0"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0CDE62-C9CB-9827-49E4-A0607A21E0A7}"/>
              </a:ext>
            </a:extLst>
          </p:cNvPr>
          <p:cNvSpPr txBox="1"/>
          <p:nvPr/>
        </p:nvSpPr>
        <p:spPr>
          <a:xfrm>
            <a:off x="8166100" y="508980"/>
            <a:ext cx="3721100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sz="2500" dirty="0">
                <a:effectLst/>
                <a:latin typeface="Aptos" panose="020B0004020202020204" pitchFamily="34" charset="0"/>
              </a:rPr>
              <a:t>Mouse Cognition Study: </a:t>
            </a:r>
            <a:br>
              <a:rPr lang="en-US" sz="2400" dirty="0">
                <a:effectLst/>
                <a:latin typeface="Aptos" panose="020B0004020202020204" pitchFamily="34" charset="0"/>
              </a:rPr>
            </a:br>
            <a:r>
              <a:rPr lang="en-US" sz="2400" b="1" i="1" dirty="0">
                <a:solidFill>
                  <a:schemeClr val="accent6"/>
                </a:solidFill>
                <a:effectLst/>
                <a:latin typeface="Aptos" panose="020B0004020202020204" pitchFamily="34" charset="0"/>
              </a:rPr>
              <a:t>Does Age Affect Object Recognition?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A05604-6085-5945-04E2-270AECE1862D}"/>
              </a:ext>
            </a:extLst>
          </p:cNvPr>
          <p:cNvSpPr txBox="1"/>
          <p:nvPr/>
        </p:nvSpPr>
        <p:spPr>
          <a:xfrm>
            <a:off x="0" y="44694"/>
            <a:ext cx="40373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 NEURO105 - Georgia Koromila (09.02.2026)</a:t>
            </a:r>
            <a:endParaRPr lang="el-GR" sz="1100" dirty="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23" name="Ευθεία γραμμή σύνδεσης 22">
            <a:extLst>
              <a:ext uri="{FF2B5EF4-FFF2-40B4-BE49-F238E27FC236}">
                <a16:creationId xmlns:a16="http://schemas.microsoft.com/office/drawing/2014/main" id="{1C6A1D37-3AD7-C83C-C097-22D5EEB6E160}"/>
              </a:ext>
            </a:extLst>
          </p:cNvPr>
          <p:cNvCxnSpPr>
            <a:cxnSpLocks/>
          </p:cNvCxnSpPr>
          <p:nvPr/>
        </p:nvCxnSpPr>
        <p:spPr>
          <a:xfrm flipV="1">
            <a:off x="0" y="5558863"/>
            <a:ext cx="12192000" cy="2615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15587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TM02900771[[fn=ΤΟΜΗ]]</Template>
  <TotalTime>47</TotalTime>
  <Words>65</Words>
  <Application>Microsoft Office PowerPoint</Application>
  <PresentationFormat>Ευρεία οθόνη</PresentationFormat>
  <Paragraphs>3</Paragraphs>
  <Slides>1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</vt:i4>
      </vt:variant>
    </vt:vector>
  </HeadingPairs>
  <TitlesOfParts>
    <vt:vector size="5" baseType="lpstr">
      <vt:lpstr>Aptos</vt:lpstr>
      <vt:lpstr>Arial</vt:lpstr>
      <vt:lpstr>Grandview Display</vt:lpstr>
      <vt:lpstr>DashVTI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KOROMILA GEORGIA</dc:creator>
  <cp:lastModifiedBy>KOROMILA GEORGIA</cp:lastModifiedBy>
  <cp:revision>2</cp:revision>
  <dcterms:created xsi:type="dcterms:W3CDTF">2026-02-09T02:32:39Z</dcterms:created>
  <dcterms:modified xsi:type="dcterms:W3CDTF">2026-02-09T03:19:59Z</dcterms:modified>
</cp:coreProperties>
</file>