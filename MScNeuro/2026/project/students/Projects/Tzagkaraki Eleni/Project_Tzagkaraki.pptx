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50" y="910375"/>
            <a:ext cx="4799650" cy="38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647450" y="275775"/>
            <a:ext cx="5849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Does GRIN1 expression correlate with social memory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4804200" y="845225"/>
            <a:ext cx="4339800" cy="39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2"/>
                </a:solidFill>
              </a:rPr>
              <a:t>Pearson correlation analysis revealed a very strong positive relationship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2"/>
                </a:solidFill>
              </a:rPr>
              <a:t>between GRIN1 expression and social memory performance (r = 0.978, p &lt; 0.001),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2"/>
                </a:solidFill>
              </a:rPr>
              <a:t>indicating that mice with higher GRIN1 expression tend to show better social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2"/>
                </a:solidFill>
              </a:rPr>
              <a:t>memory scores.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2"/>
                </a:solidFill>
              </a:rPr>
              <a:t>Given the role of GRIN1 in NMDA receptor function and synaptic plasticity, higher GRIN1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2"/>
                </a:solidFill>
              </a:rPr>
              <a:t>expression may contribute to neural mechanisms that support social cognitive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chemeClr val="dk2"/>
                </a:solidFill>
              </a:rPr>
              <a:t>performance.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