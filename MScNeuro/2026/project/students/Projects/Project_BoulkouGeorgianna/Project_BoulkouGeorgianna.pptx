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ngdiLUuucGInpY17Z9VSV2KUi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ενό" showMasterSp="0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Διαφάνεια τίτλου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περιεχόμενο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εφαλίδα ενότητας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  <p:cxnSp>
        <p:nvCxnSpPr>
          <p:cNvPr id="43" name="Google Shape;43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Δύο περιεχόμενα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Σύγκριση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Μόνο τίτλος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Περιεχόμενο με λεζάντα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Εικόνα με λεζάντα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ατακόρυφο κείμενο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ατακόρυφος τίτλος και Κείμενο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Εικόνα που περιέχει κείμενο, γραμμή, διάγραμμα, γράφημα&#10;&#10;Το περιεχόμενο που δημιουργείται από AI ενδέχεται να είναι εσφαλμένο.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036" y="1236547"/>
            <a:ext cx="6300221" cy="4850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idx="4294967295" type="title"/>
          </p:nvPr>
        </p:nvSpPr>
        <p:spPr>
          <a:xfrm>
            <a:off x="2019575" y="243799"/>
            <a:ext cx="91056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l-GR"/>
              <a:t>Does diet affect fear conditioning? </a:t>
            </a:r>
            <a:endParaRPr b="1"/>
          </a:p>
        </p:txBody>
      </p:sp>
      <p:sp>
        <p:nvSpPr>
          <p:cNvPr id="103" name="Google Shape;103;p1"/>
          <p:cNvSpPr txBox="1"/>
          <p:nvPr/>
        </p:nvSpPr>
        <p:spPr>
          <a:xfrm>
            <a:off x="7105651" y="5026517"/>
            <a:ext cx="4857749" cy="674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high-fat diet is associated with lower fear conditioning performance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7105651" y="2013322"/>
            <a:ext cx="4019549" cy="77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diet: median = 69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High-fat diet: median = 65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105650" y="3371750"/>
            <a:ext cx="47190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Normality assessed with Shapiro–Wilk test (p &gt; 0.05)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independent t-test indicated: p &lt; 0.05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Ανασκόπηση">
  <a:themeElements>
    <a:clrScheme name="Ανασκόπηση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2026-02-08T12:59:43Z</dcterms:created>
  <dc:creator>georgianna boulkou</dc:creator>
</cp:coreProperties>
</file>