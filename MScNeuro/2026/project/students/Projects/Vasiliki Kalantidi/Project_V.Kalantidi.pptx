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Noto Sans" panose="020B0502040204020203" pitchFamily="34" charset="0"/>
      <p:regular r:id="rId3"/>
    </p:embeddedFont>
    <p:embeddedFont>
      <p:font typeface="Noto Sans Bold" panose="020B0604020202020204" charset="0"/>
      <p:regular r:id="rId4"/>
    </p:embeddedFont>
    <p:embeddedFont>
      <p:font typeface="Noto Sans Italics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42799"/>
            <a:ext cx="10410730" cy="8485056"/>
          </a:xfrm>
          <a:custGeom>
            <a:avLst/>
            <a:gdLst/>
            <a:ahLst/>
            <a:cxnLst/>
            <a:rect l="l" t="t" r="r" b="b"/>
            <a:pathLst>
              <a:path w="10410730" h="8485056">
                <a:moveTo>
                  <a:pt x="0" y="0"/>
                </a:moveTo>
                <a:lnTo>
                  <a:pt x="10410730" y="0"/>
                </a:lnTo>
                <a:lnTo>
                  <a:pt x="10410730" y="8485056"/>
                </a:lnTo>
                <a:lnTo>
                  <a:pt x="0" y="8485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2"/>
            </a:stretch>
          </a:blipFill>
          <a:ln>
            <a:solidFill>
              <a:schemeClr val="tx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2530802" y="852784"/>
            <a:ext cx="1370091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Does </a:t>
            </a:r>
            <a:r>
              <a:rPr lang="en-US" sz="32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CREB1 </a:t>
            </a:r>
            <a:r>
              <a:rPr lang="en-US" sz="3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expression correlate with object recognition performance?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56994" y="292944"/>
            <a:ext cx="1177401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Neuro 105: Project Python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766490" y="3324070"/>
            <a:ext cx="5086077" cy="486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5"/>
              </a:lnSpc>
              <a:spcBef>
                <a:spcPct val="0"/>
              </a:spcBef>
            </a:pPr>
            <a:r>
              <a:rPr lang="en-US" sz="3075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 strong positive correlation was observed between </a:t>
            </a:r>
            <a:r>
              <a:rPr lang="en-US" sz="3075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CREB1 </a:t>
            </a:r>
            <a:r>
              <a:rPr lang="en-US" sz="3075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expression and object recognition performance. Higher </a:t>
            </a:r>
            <a:r>
              <a:rPr lang="en-US" sz="3075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CREB1 </a:t>
            </a:r>
            <a:r>
              <a:rPr lang="en-US" sz="3075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levels were associated with better cognitive performance </a:t>
            </a:r>
          </a:p>
          <a:p>
            <a:pPr algn="ctr">
              <a:lnSpc>
                <a:spcPts val="4305"/>
              </a:lnSpc>
              <a:spcBef>
                <a:spcPct val="0"/>
              </a:spcBef>
            </a:pPr>
            <a:r>
              <a:rPr lang="en-US" sz="3075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(</a:t>
            </a:r>
            <a:r>
              <a:rPr lang="en-US" sz="3075" i="1">
                <a:solidFill>
                  <a:srgbClr val="000000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r = .86, p &lt; .001</a:t>
            </a:r>
            <a:r>
              <a:rPr lang="en-US" sz="3075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440627" y="9963784"/>
            <a:ext cx="10602663" cy="32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i="1">
                <a:solidFill>
                  <a:srgbClr val="000000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Figure 1. Relationship between CREB1 expression and object recognition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</Words>
  <Application>Microsoft Office PowerPoint</Application>
  <PresentationFormat>Προσαρμογή</PresentationFormat>
  <Paragraphs>5</Paragraphs>
  <Slides>1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</vt:i4>
      </vt:variant>
    </vt:vector>
  </HeadingPairs>
  <TitlesOfParts>
    <vt:vector size="7" baseType="lpstr">
      <vt:lpstr>Calibri</vt:lpstr>
      <vt:lpstr>Noto Sans Italics</vt:lpstr>
      <vt:lpstr>Noto Sans Bold</vt:lpstr>
      <vt:lpstr>Noto Sans</vt:lpstr>
      <vt:lpstr>Arial</vt:lpstr>
      <vt:lpstr>Office Theme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CREB1 expression correlate with object recognition? |</dc:title>
  <cp:lastModifiedBy>Vasiliki Kal</cp:lastModifiedBy>
  <cp:revision>2</cp:revision>
  <dcterms:created xsi:type="dcterms:W3CDTF">2006-08-16T00:00:00Z</dcterms:created>
  <dcterms:modified xsi:type="dcterms:W3CDTF">2026-02-07T18:13:17Z</dcterms:modified>
  <dc:identifier>DAHAqd3QclE</dc:identifier>
</cp:coreProperties>
</file>