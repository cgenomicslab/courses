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mY4ueH08WbNdJ8Tt+1rPolO3b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288"/>
            <a:ext cx="9144000" cy="685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title"/>
          </p:nvPr>
        </p:nvSpPr>
        <p:spPr>
          <a:xfrm>
            <a:off x="483798" y="525982"/>
            <a:ext cx="3212237" cy="1200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/>
              <a:t>Maze Test Performance Differs Between Mouse Strains E and G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348575" y="2190925"/>
            <a:ext cx="3347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Maze test performance was compared between mouse strains E and G (n = 15 per group).</a:t>
            </a:r>
            <a:endParaRPr sz="3300"/>
          </a:p>
          <a:p>
            <a:pPr indent="-2921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Strain E showed higher maze test scores than strain G (mean ± SD: 85.8 ± 3.28 vs 72.6 ± 3.22).</a:t>
            </a:r>
            <a:endParaRPr sz="2900"/>
          </a:p>
          <a:p>
            <a:pPr indent="-2921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t-test revealed a highly significant difference (t = 11.12, p = 8.8 × 10⁻¹²).</a:t>
            </a:r>
            <a:endParaRPr sz="2900"/>
          </a:p>
        </p:txBody>
      </p:sp>
      <p:sp>
        <p:nvSpPr>
          <p:cNvPr id="88" name="Google Shape;88;p1"/>
          <p:cNvSpPr/>
          <p:nvPr/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323" y="706677"/>
            <a:ext cx="4231302" cy="27926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4356662" y="3499321"/>
            <a:ext cx="44706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 showing maze test scores for mouse strains E and G. Strain E exhibits a higher median and overall score distribution compared to strain G. </a:t>
            </a:r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4488700" y="4354025"/>
            <a:ext cx="42834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Using Python: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load data mice = and (infile)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select groups E, G: df, isin()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statistics groupby(‘strain’)[‘maze_test’]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plots sns.boxplot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normality stats.shapiro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sz="1300"/>
              <a:t>t-test stats.ttest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