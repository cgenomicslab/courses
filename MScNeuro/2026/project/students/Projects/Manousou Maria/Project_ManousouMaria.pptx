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Ubuntu Light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E1qQPcQecl9ARx9bnICje2tF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UbuntuLight-boldItalic.fntdata"/><Relationship Id="rId5" Type="http://schemas.openxmlformats.org/officeDocument/2006/relationships/slide" Target="slides/slide1.xml"/><Relationship Id="rId6" Type="http://schemas.openxmlformats.org/officeDocument/2006/relationships/font" Target="fonts/UbuntuLight-regular.fntdata"/><Relationship Id="rId7" Type="http://schemas.openxmlformats.org/officeDocument/2006/relationships/font" Target="fonts/UbuntuLight-bold.fntdata"/><Relationship Id="rId8" Type="http://schemas.openxmlformats.org/officeDocument/2006/relationships/font" Target="fonts/Ubuntu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35748" y="221227"/>
            <a:ext cx="11454580" cy="9915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br>
              <a:rPr lang="en-GB" sz="3800">
                <a:latin typeface="Ubuntu Light"/>
                <a:ea typeface="Ubuntu Light"/>
                <a:cs typeface="Ubuntu Light"/>
                <a:sym typeface="Ubuntu Light"/>
              </a:rPr>
            </a:br>
            <a:r>
              <a:rPr lang="en-GB" sz="3800">
                <a:latin typeface="Ubuntu Light"/>
                <a:ea typeface="Ubuntu Light"/>
                <a:cs typeface="Ubuntu Light"/>
                <a:sym typeface="Ubuntu Light"/>
              </a:rPr>
              <a:t>Do mice with exercise wheels perform better on object recognition?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5982925" y="1987300"/>
            <a:ext cx="5257200" cy="28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Ubuntu Light"/>
                <a:ea typeface="Ubuntu Light"/>
                <a:cs typeface="Ubuntu Light"/>
                <a:sym typeface="Ubuntu Light"/>
              </a:rPr>
              <a:t>An independent student’s t-test showed that mice who had access to exercise wheels in their cages performed significantly better in the object recognition test, t(118) = 4.03, p &lt; 0.001.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descr="A graph of a diagram&#10;&#10;AI-generated content may be incorrect.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38" y="1476068"/>
            <a:ext cx="55626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5748" y="6251115"/>
            <a:ext cx="2469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NEURO-105</a:t>
            </a:r>
            <a:b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Maria Manousou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2026-02-06T21:42:08Z</dcterms:created>
  <dc:creator>Mary Manousou</dc:creator>
</cp:coreProperties>
</file>