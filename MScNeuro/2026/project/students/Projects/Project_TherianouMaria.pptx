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81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EE5A4C-540E-41CC-9C6F-DFF1B0B764EC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2B746C-F3E3-4232-BBFD-511901C9BA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825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1" name="Google Shape;521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22" name="Google Shape;522;p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l-GR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D489F-97AE-7749-3E82-D326424F19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6366B9-515A-D138-2D01-027795B804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6CE630-F264-C944-FCA4-96DA79446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88DB9-E616-4734-8B54-002E28FA4C5D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968E0D-1192-DD55-253B-CC715304D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9F2220-91C5-78BF-27FF-71E479DFF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88856-6118-4F7B-9EF0-3B5064E3FE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2309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92E17-0888-D4F4-2BC5-A165E6643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BF44F7-6F9B-247D-AB6D-4D34BBBC8A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014BF1-0D99-00BA-12FB-0578A1FA3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88DB9-E616-4734-8B54-002E28FA4C5D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755064-47A1-38F8-A715-B667ECAA5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500A62-B619-281E-5783-6B4BCACEF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88856-6118-4F7B-9EF0-3B5064E3FE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586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78F1E-3160-0B0B-5AAC-C234EC6D4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00F762-B3F4-1126-9D7E-682FF4CF17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2E030D-FF71-2E8A-404E-5C60DD2D5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88DB9-E616-4734-8B54-002E28FA4C5D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DFCD5A-08F2-64B4-A25D-88E3E7504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886096-A8C0-485B-5D22-62E0F7481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88856-6118-4F7B-9EF0-3B5064E3FE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476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37CA9-8BA3-F6E9-CD4F-50C7DF4D2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084D18-CBE3-3E7A-D3B2-80C3ED6907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8F4BA3-EF65-92F3-4753-CC58743774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ED901B-24BD-61EF-3DB7-45F7A10DD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88DB9-E616-4734-8B54-002E28FA4C5D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E848D1-3115-8D7A-80AB-2F5BB48CB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AC252A-4520-8C24-6E88-7AAA56444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88856-6118-4F7B-9EF0-3B5064E3FE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748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69C34-41CA-3E55-0FAF-7888775E2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3C7540-6295-F1F3-AEBC-D249455761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04E309-F178-C2E7-F8E3-9BD028F84A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EE977F-392A-2772-6F07-F7CBD5615F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37824F-CFB2-AFF3-AB46-240623C8B4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CA7F84-A1ED-B019-7519-E832CFB6B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88DB9-E616-4734-8B54-002E28FA4C5D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2A866E-D0A4-651A-F2F2-4D5F2A2D4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CEF597-A020-EC80-0DC7-4542DE508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88856-6118-4F7B-9EF0-3B5064E3FE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764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4E6F5-7880-61FD-7966-A93BF9F69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8C09A1-DE0C-F6CE-A7B8-534D7AE80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88DB9-E616-4734-8B54-002E28FA4C5D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72211C-2027-F1BB-374F-F3A224A5B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52446F-8B18-C9FF-44BE-88DE2E09D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88856-6118-4F7B-9EF0-3B5064E3FE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605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BAC28E-2029-F987-9A78-9FAFFBCB7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88DB9-E616-4734-8B54-002E28FA4C5D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EE42CE-8B4E-15B5-BD85-3CD91B54E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7BB874-8C74-011A-3175-99A60B47A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88856-6118-4F7B-9EF0-3B5064E3FE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3685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BF839-EF63-9402-918B-93155E3A7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DBDA47-5606-1C47-A17B-0EF9F5BA42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A4328D-B1AE-C0C3-6175-2061FE3EE6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91C01C-D415-39BB-0E15-FE5C93F66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88DB9-E616-4734-8B54-002E28FA4C5D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BD70C1-BC36-8DDD-67D4-35C0B072D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2AB9CB-AFC0-C047-8D2B-86A294A60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88856-6118-4F7B-9EF0-3B5064E3FE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6368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79FD5-3A1A-04A8-3D85-98E434964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4296F3-E7AA-C1C6-3827-47947FB38E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D456C6-0526-2ED3-264B-EDA5EA6494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108727-5B71-ADF9-237F-10DD3E481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88DB9-E616-4734-8B54-002E28FA4C5D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EBDDF7-5094-B365-B70C-D5020DAEC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DB9305-228F-6299-A7FE-EF9101564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88856-6118-4F7B-9EF0-3B5064E3FE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330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BB957-0314-75E2-39B9-15B0E264F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5B0957-69A3-60F8-BA7E-5C110F6275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D1ECC5-7C33-3F61-5B0C-99094D0C3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88DB9-E616-4734-8B54-002E28FA4C5D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146F7F-FF7D-7BED-2B28-6A67A2ACE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39762-754B-D177-C67C-43CBC2A53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88856-6118-4F7B-9EF0-3B5064E3FE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295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E40286-D552-C9E2-63E9-ECFD60AFCC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E29766-530B-86C2-AF47-74EEDE3ED0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99A01-31AF-02D8-BCE9-7F0D4FAB6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88DB9-E616-4734-8B54-002E28FA4C5D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6D9CBD-C9A2-C919-BFE0-1A9236507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690FFA-17D9-0248-1BB7-72264250C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88856-6118-4F7B-9EF0-3B5064E3FE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127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522976-39E1-EEC4-F262-94605669F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9EC4B0-715C-58D4-A4F1-7E356BBA79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6848A2-11A4-111D-E86B-C56BACD6EA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788DB9-E616-4734-8B54-002E28FA4C5D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0DCBDD-C8FE-4217-5134-82EE3D0488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C55BAF-35C0-05A3-C85E-847EA38547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588856-6118-4F7B-9EF0-3B5064E3FE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034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26"/>
          <p:cNvSpPr txBox="1"/>
          <p:nvPr/>
        </p:nvSpPr>
        <p:spPr>
          <a:xfrm>
            <a:off x="993058" y="92377"/>
            <a:ext cx="11198942" cy="553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3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Does BDNF expression correlate with maze test performance?</a:t>
            </a:r>
            <a:endParaRPr sz="3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588258-4466-96D2-CC00-3DEBFE6552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8062" y="813243"/>
            <a:ext cx="6696835" cy="495447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40CF864-ED83-F797-B2BC-9E4D1CA93261}"/>
              </a:ext>
            </a:extLst>
          </p:cNvPr>
          <p:cNvSpPr txBox="1"/>
          <p:nvPr/>
        </p:nvSpPr>
        <p:spPr>
          <a:xfrm>
            <a:off x="127819" y="5798859"/>
            <a:ext cx="78166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Pearson correlation: r = 0.992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Strong positive association between BDNF expression and maze test performance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04CAC6A-9213-85EB-957F-CB6927157450}"/>
              </a:ext>
            </a:extLst>
          </p:cNvPr>
          <p:cNvSpPr/>
          <p:nvPr/>
        </p:nvSpPr>
        <p:spPr>
          <a:xfrm>
            <a:off x="7659329" y="5798859"/>
            <a:ext cx="4336026" cy="428153"/>
          </a:xfrm>
          <a:prstGeom prst="roundRect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Permutation test: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1600" dirty="0"/>
              <a:t>p &lt; 1 × 10⁻⁴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(10,000 shuffles</a:t>
            </a:r>
            <a:r>
              <a:rPr lang="en-US" sz="1600" dirty="0"/>
              <a:t>)</a:t>
            </a:r>
          </a:p>
        </p:txBody>
      </p:sp>
      <p:sp>
        <p:nvSpPr>
          <p:cNvPr id="7" name="Google Shape;324;p12">
            <a:extLst>
              <a:ext uri="{FF2B5EF4-FFF2-40B4-BE49-F238E27FC236}">
                <a16:creationId xmlns:a16="http://schemas.microsoft.com/office/drawing/2014/main" id="{32977AEA-B28F-B055-62AD-072D551EF23D}"/>
              </a:ext>
            </a:extLst>
          </p:cNvPr>
          <p:cNvSpPr txBox="1"/>
          <p:nvPr/>
        </p:nvSpPr>
        <p:spPr>
          <a:xfrm>
            <a:off x="-1052051" y="6550264"/>
            <a:ext cx="4483509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Therianou</a:t>
            </a:r>
            <a:r>
              <a:rPr lang="en-US" sz="1400" dirty="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 Maria Neuro-105</a:t>
            </a:r>
            <a:endParaRPr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42</Words>
  <Application>Microsoft Office PowerPoint</Application>
  <PresentationFormat>Widescreen</PresentationFormat>
  <Paragraphs>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Μαρία  Θεριανού</dc:creator>
  <cp:lastModifiedBy>Μαρία  Θεριανού</cp:lastModifiedBy>
  <cp:revision>3</cp:revision>
  <dcterms:created xsi:type="dcterms:W3CDTF">2026-02-06T13:26:35Z</dcterms:created>
  <dcterms:modified xsi:type="dcterms:W3CDTF">2026-02-06T14:01:32Z</dcterms:modified>
</cp:coreProperties>
</file>